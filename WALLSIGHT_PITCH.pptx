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WallSight</a:t>
            </a:r>
          </a:p>
          <a:p>
            <a:pPr algn="ctr">
              <a:defRPr sz="2800">
                <a:solidFill>
                  <a:srgbClr val="9EC5E8"/>
                </a:solidFill>
              </a:defRPr>
            </a:pPr>
            <a:r>
              <a:t>The House That Sees Without Watching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Device-free elder &amp; child safety via WiFi-CSI ambient sensing</a:t>
            </a:r>
          </a:p>
          <a:p>
            <a:pPr algn="ctr">
              <a:defRPr sz="1400">
                <a:solidFill>
                  <a:srgbClr val="9EC5E8"/>
                </a:solidFill>
              </a:defRPr>
            </a:pPr>
            <a:r>
              <a:t>LT HackFest 2026 — Round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33333"/>
                </a:solidFill>
              </a:defRPr>
            </a:pPr>
            <a:r>
              <a:t>It's 2 AM. A toddler walks toward the kitchen. Grandma wanders out of bed. Dad is asleep.</a:t>
            </a:r>
          </a:p>
          <a:p>
            <a:pPr>
              <a:spcAft>
                <a:spcPts val="1000"/>
              </a:spcAft>
              <a:defRPr sz="1800" b="0">
                <a:solidFill>
                  <a:srgbClr val="333333"/>
                </a:solidFill>
              </a:defRPr>
            </a:pPr>
            <a:r>
              <a:t>The people who need protection: dementia patients, toddlers, the elderly after a fall.</a:t>
            </a:r>
          </a:p>
          <a:p>
            <a:pPr>
              <a:spcAft>
                <a:spcPts val="1000"/>
              </a:spcAft>
              <a:defRPr sz="1800" b="1">
                <a:solidFill>
                  <a:srgbClr val="333333"/>
                </a:solidFill>
              </a:defRPr>
            </a:pPr>
            <a:r>
              <a:t>They wear nothing. They carry nothing. They don't cooperate.</a:t>
            </a:r>
          </a:p>
          <a:p>
            <a:pPr>
              <a:spcAft>
                <a:spcPts val="1000"/>
              </a:spcAft>
              <a:defRPr sz="1800" b="0">
                <a:solidFill>
                  <a:srgbClr val="333333"/>
                </a:solidFill>
              </a:defRPr>
            </a:pPr>
            <a:r>
              <a:t>Every existing solution requires the person to participate: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3D66"/>
                </a:solidFill>
              </a:defRPr>
            </a:pPr>
            <a:r>
              <a:t>• Cameras — privacy nightmare, no through-wall, hated by families</a:t>
            </a:r>
          </a:p>
          <a:p>
            <a:pPr>
              <a:spcAft>
                <a:spcPts val="800"/>
              </a:spcAft>
              <a:defRPr sz="1700">
                <a:solidFill>
                  <a:srgbClr val="0B3D66"/>
                </a:solidFill>
              </a:defRPr>
            </a:pPr>
            <a:r>
              <a:t>• Wearables — ripped off by dementia patients, refused by toddlers, dead batteries</a:t>
            </a:r>
          </a:p>
          <a:p>
            <a:pPr>
              <a:spcAft>
                <a:spcPts val="800"/>
              </a:spcAft>
              <a:defRPr sz="1700">
                <a:solidFill>
                  <a:srgbClr val="0B3D66"/>
                </a:solidFill>
              </a:defRPr>
            </a:pPr>
            <a:r>
              <a:t>• Pressure mats / PIR — single point, no breathing, no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The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66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B3D66"/>
                </a:solidFill>
              </a:defRPr>
            </a:pPr>
            <a:r>
              <a:t>Every home already fills itself with Wi-Fi.</a:t>
            </a:r>
            <a:br/>
            <a:r>
              <a:t>WallSight turns that radio into a silent guardian.</a:t>
            </a:r>
          </a:p>
          <a:p>
            <a:pPr algn="ctr">
              <a:defRPr sz="2000">
                <a:solidFill>
                  <a:srgbClr val="14568F"/>
                </a:solidFill>
              </a:defRPr>
            </a:pPr>
            <a:r>
              <a:t>No camera. No mic. No wearable. No phone required.</a:t>
            </a:r>
            <a:br/>
            <a:r>
              <a:t>The room itself becomes the sensor.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The Physics — WiFi Bounces, We Read the Bounces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WiFi radiates in all directions and bounces off walls, furniture, and people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CSI (Channel State Information) = fine-grained radio measurements of those reflections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A moving person disturbs the reflections — measurable at the receiver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Through walls: 2.4 GHz penetrates drywall and one brick wall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Breathing moves the chest ~10mm → visible in CSI (14–18 BPM verified in open source)</a:t>
            </a:r>
          </a:p>
          <a:p>
            <a:pPr lvl="1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– Concrete slabs block the signal → one set of boxes per floor, like Wi-Fi extenders</a:t>
            </a:r>
          </a:p>
          <a:p>
            <a:pPr lvl="1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– Room-level accuracy, not centimetres — and that's the point: no wearable, no precision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The 4 Innovation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33333"/>
                </a:solidFill>
              </a:defRPr>
            </a:pPr>
            <a:r>
              <a:t>1. Parasitic sensing — boxes use ANY WiFi: home router, even the neighbour's. Our transmitter is a booster, not a necessity.</a:t>
            </a:r>
          </a:p>
          <a:p>
            <a:pPr>
              <a:spcAft>
                <a:spcPts val="1000"/>
              </a:spcAft>
              <a:defRPr sz="1900" b="1">
                <a:solidFill>
                  <a:srgbClr val="333333"/>
                </a:solidFill>
              </a:defRPr>
            </a:pPr>
            <a:r>
              <a:t>2. Radio-shadow view — a radar-style activity visual (zone energy + movement trail) rendered from radio data. No pixels, ever.</a:t>
            </a:r>
          </a:p>
          <a:p>
            <a:pPr>
              <a:spcAft>
                <a:spcPts val="1000"/>
              </a:spcAft>
              <a:defRPr sz="1900" b="1">
                <a:solidFill>
                  <a:srgbClr val="333333"/>
                </a:solidFill>
              </a:defRPr>
            </a:pPr>
            <a:r>
              <a:t>3. Ecosystem fusion — CSI + Bluetooth + phone signals vote on "who is in which zone", confidence-weighted, conflict-resolved.</a:t>
            </a:r>
          </a:p>
          <a:p>
            <a:pPr>
              <a:spcAft>
                <a:spcPts val="1000"/>
              </a:spcAft>
              <a:defRPr sz="1900" b="1">
                <a:solidFill>
                  <a:srgbClr val="333333"/>
                </a:solidFill>
              </a:defRPr>
            </a:pPr>
            <a:r>
              <a:t>4. Self-calibrating baseline — learns each room's radio fingerprint, re-adapts daily. No install engineer.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Architecture — Dumb Boxes, Smart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3-box starter kit (~₹1,200): 1× ESP32-C3 transmitter + 2× ESP32-S3 receivers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Boxes push compact features (~1 Hz) over WiFi — not raw data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Cloud engine (Python): motion, breathing, fusion, zone rules, alerts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Caregiver dashboard + PWA alerts on the phone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Phones/BLE devices in the home are passively detected — they vote too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Multi-tenant subscription API — hardware is the razor, cloud is the blade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B3D66"/>
                </a:solidFill>
              </a:defRPr>
            </a:pPr>
            <a:r>
              <a:t>Empty room → walk in → shadow on the map → 16 BPM breathing → zone breach at 2 AM → alert on phone.</a:t>
            </a:r>
          </a:p>
          <a:p>
            <a:pPr algn="ctr">
              <a:defRPr sz="1500">
                <a:solidFill>
                  <a:srgbClr val="333333"/>
                </a:solidFill>
              </a:defRPr>
            </a:pPr>
            <a:r>
              <a:t>Demo video: 12 Aug (optional for Round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3D66"/>
                </a:solidFill>
              </a:defRPr>
            </a:pPr>
            <a:r>
              <a:t>• Recorded-replay safe: the demo never depends on live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Accuracy &amp; Honest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Zone occupancy (which room)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Our measured numbers on demo day (never faked)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Breathing rate through wall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Open-source verified 14–18 BPM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Heart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Experimental — honestly labeled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Fall detection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Heuristic only (sudden motion → stillness) — NOT a medical fall detector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Identity / cm-localization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— and we never claim 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Through concrete floors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— boxes per floor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Business Model — Subscription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Boxes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Starter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3-box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₹199/mo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Family (3 BHK)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7-box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₹499/mo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Estate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N-box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custom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004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3D66"/>
                </a:solidFill>
              </a:defRPr>
            </a:pPr>
            <a:r>
              <a:t>• Hardware cost: ₹1,200 kit · 3 BHK ≈ ₹3,000 · COGS server ≈ ₹0/home</a:t>
            </a:r>
          </a:p>
          <a:p>
            <a:pPr>
              <a:spcAft>
                <a:spcPts val="800"/>
              </a:spcAft>
              <a:defRPr sz="1700">
                <a:solidFill>
                  <a:srgbClr val="0B3D66"/>
                </a:solidFill>
              </a:defRPr>
            </a:pPr>
            <a:r>
              <a:t>• Market: 40M+ seniors in India living with family; B2B2C: elder-care providers, daycares, hospital wards</a:t>
            </a:r>
          </a:p>
          <a:p>
            <a:pPr>
              <a:spcAft>
                <a:spcPts val="800"/>
              </a:spcAft>
              <a:defRPr sz="1700">
                <a:solidFill>
                  <a:srgbClr val="0B3D66"/>
                </a:solidFill>
              </a:defRPr>
            </a:pPr>
            <a:r>
              <a:t>• Gross margin ~90% at ₹499/mo — the intelligence is the moat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Competition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RuView (83K★) &amp; Origin Wireless proved WiFi sensing works</a:t>
            </a:r>
          </a:p>
          <a:p>
            <a:pPr lvl="1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– But: RuView = free DIY edge platform — no app, no cloud, no consumer product</a:t>
            </a:r>
          </a:p>
          <a:p>
            <a:pPr lvl="1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– Origin Wireless = enterprise-priced, not India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No one ships elder/toddler safety as a consumer product for India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Our lane: ₹1,200 kit + ₹199/mo product, caregiver app, 10-minute setup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Round 1: 3-box kit — presence, motion, breathing, 2 zones, alerts, radio-shadow view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Round 2–3: heart rate (labeled), fall-stillness heuristic, escalation ladder, caregiver groups, night mode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Next: OpenWrt router as extra sensor node (~$30), room triangulation, OTA updates</a:t>
            </a:r>
          </a:p>
          <a:p>
            <a:pPr>
              <a:spcAft>
                <a:spcPts val="800"/>
              </a:spcAft>
              <a:defRPr sz="1900">
                <a:solidFill>
                  <a:srgbClr val="0B3D66"/>
                </a:solidFill>
              </a:defRPr>
            </a:pPr>
            <a:r>
              <a:t>• Future: apnea prediction, assisted-living &amp; hospital wandering wards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D66"/>
                </a:solidFill>
              </a:defRPr>
            </a:pPr>
            <a:r>
              <a:t>Team &amp;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33333"/>
                </a:solidFill>
              </a:defRPr>
            </a:pPr>
            <a:r>
              <a:t>Team: system designer · ML engineer · frontend — the exact trio CSI sensing needs</a:t>
            </a:r>
          </a:p>
          <a:p>
            <a:pPr>
              <a:spcAft>
                <a:spcPts val="1000"/>
              </a:spcAft>
              <a:defRPr sz="1800" b="0">
                <a:solidFill>
                  <a:srgbClr val="333333"/>
                </a:solidFill>
              </a:defRPr>
            </a:pPr>
            <a:r>
              <a:t>We know the tech's limits and say so — that's why we're credible</a:t>
            </a:r>
          </a:p>
          <a:p>
            <a:pPr>
              <a:spcAft>
                <a:spcPts val="1000"/>
              </a:spcAft>
              <a:defRPr sz="1800" b="1">
                <a:solidFill>
                  <a:srgbClr val="333333"/>
                </a:solidFill>
              </a:defRPr>
            </a:pPr>
            <a:r>
              <a:t>Ask: seed funding for box production + a pilot with one care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14568F"/>
                </a:solidFill>
              </a:defRPr>
            </a:pPr>
            <a:r>
              <a:t>“No camera. No mic. No wearable. The WiFi in your walls felt everything.”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